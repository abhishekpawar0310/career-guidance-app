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663440"/>
            <a:ext cx="2926080" cy="29260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GUIDANCE PLATFORM · PROJECT STATUS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CareerCompass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Web Platform Guiding 10th &amp; 12th Passout Students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the Right Stream, Career and College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2743200" cy="0"/>
          </a:xfrm>
          <a:prstGeom prst="line">
            <a:avLst/>
          </a:prstGeom>
          <a:noFill/>
          <a:ln w="31750">
            <a:solidFill>
              <a:srgbClr val="2D5B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09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Abhishek Pawar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166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Data Science · Christ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190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Confusion is Real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after 10th or 12th, students must pick a stream, degree and college — often based on peer pressure, family opinion, or incomplete information, rather than their own strengths and interests.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mismatched career choices, students switching fields midway, wasted years and money, and low satisfaction in the long run.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29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free, trustworthy platform that tests a student's real interests and aptitude, then connects them all the way to the right course and college.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169164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17190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675120" y="2386584"/>
            <a:ext cx="109728" cy="109728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49440" y="2240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completely free, web-based career guidance platform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3044952"/>
            <a:ext cx="109728" cy="109728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0" y="28986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each student scientifically — interests + aptitude, not guesswork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3703320"/>
            <a:ext cx="109728" cy="109728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49440" y="35570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 best-fit careers using a data science matching model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4361688"/>
            <a:ext cx="109728" cy="109728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0" y="42153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students directly to relevant courses and real colleges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5020056"/>
            <a:ext cx="109728" cy="109728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49440" y="48737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fees, contact info and an apply-now link for every college match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CareerCompass — Career Guidance Platform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This For?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serves two distinct groups — each gets its own assessment, tuned to the decision they're actually facing.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Passout Students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450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Haven't chosen a stream yet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54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interest + aptitude test to help decide between Science, Commerce and Arts — and point toward a general direction.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516636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5166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Questions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0" y="2011680"/>
            <a:ext cx="822960" cy="82296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12th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12th Passout Students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450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chose a stream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154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Deeper, stream-aware assessment to help choose the right degree, course and specific career direction.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75120" y="516636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5166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Questions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CareerCompass — Career Guidance Platform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in this stack is free and open-source — no paid software, APIs or hosting required anywhere in the project.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9446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Flask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web framework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2910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2910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database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6374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6374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9838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9838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Flask-Login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94460" y="4389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394460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5257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56052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4069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29100" y="4389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229100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429000" y="5257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429000" y="56052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matching engine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4069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063740" y="4389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063740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263640" y="5257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263640" y="56052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61120" y="4069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898380" y="4389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898380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098280" y="5257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PyAnywhere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098280" y="56052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deployment (planned)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CareerCompass — Career Guidance Platform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Platform Works — End to 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80160" y="2514600"/>
            <a:ext cx="1060704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822960" cy="82296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0" y="34564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up, selects 10th/12th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63824" y="2514600"/>
            <a:ext cx="1060704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40864" y="2103120"/>
            <a:ext cx="822960" cy="82296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40864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883664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883664" y="34564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personal 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47488" y="2514600"/>
            <a:ext cx="1060704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24528" y="2103120"/>
            <a:ext cx="822960" cy="82296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2452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767328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767328" y="34564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+ aptitude test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31152" y="2514600"/>
            <a:ext cx="1060704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08192" y="2103120"/>
            <a:ext cx="822960" cy="82296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08192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650992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Profile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50992" y="34564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RIASEC scores, charted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814816" y="2514600"/>
            <a:ext cx="1060704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91856" y="2103120"/>
            <a:ext cx="822960" cy="82296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91856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534656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Matched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534656" y="34564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ranks careers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75520" y="2103120"/>
            <a:ext cx="822960" cy="8229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87552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Apply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34564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colleges, fees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07492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50749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 are fully built and working today. Steps 5–6 are the next phases of this project.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CareerCompass — Career Guidance Platform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 — Getting Started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 from the working application — registration, login and the student dashboard.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66160" cy="2825496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81051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81051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8" name="Image 0" descr="/home/claude/career_ppt/screenshots/crop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39696"/>
            <a:ext cx="3383280" cy="1737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139696"/>
            <a:ext cx="3383280" cy="173736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40599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566160" cy="2825496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43984" y="181051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4626864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4809744" y="181051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5" name="Image 1" descr="/home/claude/career_ppt/screenshots/crop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336292"/>
            <a:ext cx="3383280" cy="1344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389120" y="2336292"/>
            <a:ext cx="3383280" cy="1344168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297680" y="40599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Login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38160" y="1691640"/>
            <a:ext cx="3566160" cy="2825496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84464" y="181051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6"/>
          <p:cNvSpPr/>
          <p:nvPr/>
        </p:nvSpPr>
        <p:spPr>
          <a:xfrm>
            <a:off x="8467344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7"/>
          <p:cNvSpPr/>
          <p:nvPr/>
        </p:nvSpPr>
        <p:spPr>
          <a:xfrm>
            <a:off x="8650224" y="181051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22" name="Image 2" descr="/home/claude/career_ppt/screenshots/crop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144268"/>
            <a:ext cx="3383280" cy="172821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229600" y="2144268"/>
            <a:ext cx="3383280" cy="1728216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138160" y="40599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Dashboard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CareerCompass — Career Guidance Platform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 — Assessment &amp;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level-specific test in progress, and the auto-generated results page with live score bars.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66160" cy="2825496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81051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81051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8" name="Image 0" descr="/home/claude/career_ppt/screenshots/crop-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3383280" cy="17190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148840"/>
            <a:ext cx="3383280" cy="1719072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40599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Assessment — Aptitude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566160" cy="2825496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43984" y="181051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4626864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4809744" y="181051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5" name="Image 1" descr="/home/claude/career_ppt/screenshots/crop-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034540"/>
            <a:ext cx="3383280" cy="19476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389120" y="2034540"/>
            <a:ext cx="3383280" cy="1947672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297680" y="40599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Assessment — Interest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38160" y="1691640"/>
            <a:ext cx="3566160" cy="2825496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84464" y="181051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6"/>
          <p:cNvSpPr/>
          <p:nvPr/>
        </p:nvSpPr>
        <p:spPr>
          <a:xfrm>
            <a:off x="8467344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7"/>
          <p:cNvSpPr/>
          <p:nvPr/>
        </p:nvSpPr>
        <p:spPr>
          <a:xfrm>
            <a:off x="8650224" y="181051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22" name="Image 2" descr="/home/claude/career_ppt/screenshots/crop-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148840"/>
            <a:ext cx="3383280" cy="171907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229600" y="2148840"/>
            <a:ext cx="3383280" cy="1719072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138160" y="40599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Results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CareerCompass — Career Guidance Platform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Completed So Far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320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D5B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10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complete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7373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Project Foundation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13055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application structure set up; full database designed for users, questions, careers, courses and colleges.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52044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2918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Secure Authentication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68503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logout and a protected student dashboard, with passwords stored using industry-standard hashing.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507492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8463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Assessment Engine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23951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24-question (10th) and 27-question (12th) tests built and auto-scored into an interest and aptitude profile.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CareerCompass — Career Guidance Platform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Assessment's Scientific Backbone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invent our own categories — the interest test is built on Holland's RIASEC model, a globally recognized framework in career psychology, layered with a logical / verbal / numerical aptitude test.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960120" cy="96012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9659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" y="34015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&amp; practical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40864" y="1965960"/>
            <a:ext cx="960120" cy="96012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40864" y="19659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952244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952244" y="34015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&amp; research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24528" y="1965960"/>
            <a:ext cx="960120" cy="96012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24528" y="19659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835908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Artistic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835908" y="34015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&amp; original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08192" y="1965960"/>
            <a:ext cx="960120" cy="96012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08192" y="19659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719572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719572" y="34015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&amp; teaching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91856" y="1965960"/>
            <a:ext cx="960120" cy="96012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91856" y="19659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603236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Enterprising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603236" y="34015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&amp; persuading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75520" y="1965960"/>
            <a:ext cx="960120" cy="96012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75520" y="19659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948690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486900" y="34015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&amp; structured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892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Aptitude Layer: Logical Reasoning · Verbal Ability · Numerical Ability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tells us what a student enjoys; aptitude tells us what they're likely to be good at. Combining both gives a far more reliable recommendation than either alone.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CareerCompass — Career Guidance Platform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Phase: The Recommendation Engine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data science comes in — matching students to careers mathematically, not with hardcoded if-else rules.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converted into a 9-number profile: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I · A · S · E · C + Logical · Verbal · Numerical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3200400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2004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[ 7, 9, 2, 4, 6, 3,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8, 5, 6 ]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977640" y="24688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0624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(scikit-learn)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2461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closely the student's profile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in the same direction as each career's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94760" y="315468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12480" y="164592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4108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Career Matches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33272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Analyst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0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0" y="3291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(illustrative example)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match score blends interest similarity (70%) with aptitude fit (30%), so a student isn't pushed toward a career they'd enjoy but aren't suited for.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CareerCompass — Career Guidance Platform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Upcoming Phases &amp; Dataset Plan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Phases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2D5B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367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(cosine similarity matching)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25856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2D5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20370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report page + downloadable PDF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82549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2D5B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7706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&amp; course database with fees + apply links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3924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2D5B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337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visual design polish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95935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2D5B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90448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2D5B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47141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deployment (live link) &amp; documentation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23444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Plan — Colleges &amp; Courses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1965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free live API offering course-level fee data for Indian colleges, so we're building this honestly: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2715768"/>
            <a:ext cx="91440" cy="9144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257860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colleges, manually compiled from official college websites &amp; prospectuses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3493008"/>
            <a:ext cx="91440" cy="9144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12280" y="33558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captured: name, address, contact info, course, brief description, fees, apply-now link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0" y="4270248"/>
            <a:ext cx="91440" cy="9144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12280" y="413308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directly to the careers they lead to, using our existing database design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0" y="5047488"/>
            <a:ext cx="91440" cy="9144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12280" y="491032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over time — more colleges can be added without changing the app's code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CareerCompass — Career Guidance Platform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CareerCompass is on track to be a free, end-to-end platform that helps 10th and 12th passout students choose their path using real psychometric science and data-driven matching — not guesswork.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Complete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Questions Built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Open-Source Stack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10058400" cy="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building the data science recommendation engine and the real college dataset.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394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2026-09-23T06:21:38Z</dcterms:created>
  <dcterms:modified xsi:type="dcterms:W3CDTF">2026-09-23T06:21:38Z</dcterms:modified>
</cp:coreProperties>
</file>